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myśl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C580C4-7129-4DB6-8784-C256A25E1D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omyśl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405C5A-69D0-45D5-A0A2-5263017D40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000000"/>
                </a:solidFill>
                <a:latin typeface="Arial"/>
              </a:rPr>
              <a:t>Kliknij, aby edytować format tekstu tytułu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000000"/>
                </a:solidFill>
                <a:latin typeface="Arial"/>
              </a:rPr>
              <a:t>Kliknij, aby edytować format tekstu konspektu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000000"/>
                </a:solidFill>
                <a:latin typeface="Arial"/>
              </a:rPr>
              <a:t>Drugi poziom konspektu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000000"/>
                </a:solidFill>
                <a:latin typeface="Arial"/>
              </a:rPr>
              <a:t>Trzeci poziom konspektu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Czwarty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Piąty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Szósty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Siódmy poziom konspektu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&lt;data/godzina&gt;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2A7ADE-9E42-4A38-A19B-9895C3EC50FE}" type="slidenum"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&lt;numer&gt;</a:t>
            </a:fld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Prezentacja testowa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1800000"/>
            <a:ext cx="79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Zażółć gęślą jaźń na slajdzie pierwszym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Drugi slajd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1800000"/>
            <a:ext cx="79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Punkt jeden i punkt dwa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Trzeci slajd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1800000"/>
            <a:ext cx="79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Koniec prezentacji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/>
  <cp:revision>0</cp:revision>
  <dc:subject/>
  <dc:title/>
</cp:coreProperties>
</file>